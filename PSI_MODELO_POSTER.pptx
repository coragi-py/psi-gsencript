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2880042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39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23C7"/>
    <a:srgbClr val="FFFFFF"/>
    <a:srgbClr val="DA01FF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775CD-CFBC-C9F5-6E6C-B01B074B85BB}" v="140" dt="2026-04-22T23:56:53.1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21" d="100"/>
          <a:sy n="21" d="100"/>
        </p:scale>
        <p:origin x="2802" y="60"/>
      </p:cViewPr>
      <p:guideLst>
        <p:guide orient="horz" pos="11339"/>
        <p:guide pos="90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5891626"/>
            <a:ext cx="24480361" cy="12533242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8908198"/>
            <a:ext cx="21600319" cy="869160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75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377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8974945"/>
            <a:ext cx="24840367" cy="14974888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24091502"/>
            <a:ext cx="24840367" cy="7874940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/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33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9583264"/>
            <a:ext cx="12240181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9583264"/>
            <a:ext cx="12240181" cy="2284150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698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16661"/>
            <a:ext cx="24840367" cy="695828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8824938"/>
            <a:ext cx="12183928" cy="4324966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3149904"/>
            <a:ext cx="12183928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8824938"/>
            <a:ext cx="12243932" cy="4324966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3149904"/>
            <a:ext cx="12243932" cy="193415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6693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0355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071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99982"/>
            <a:ext cx="9288887" cy="839993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5183304"/>
            <a:ext cx="14580215" cy="25583147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0799922"/>
            <a:ext cx="9288887" cy="2000819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270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2399982"/>
            <a:ext cx="9288887" cy="839993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5183304"/>
            <a:ext cx="14580215" cy="25583147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10799922"/>
            <a:ext cx="9288887" cy="20008190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175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96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916653"/>
            <a:ext cx="6210092" cy="3050811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916653"/>
            <a:ext cx="18270270" cy="3050811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4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916661"/>
            <a:ext cx="24840367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9583264"/>
            <a:ext cx="24840367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33366432"/>
            <a:ext cx="6480096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D5DD1-9ED7-4885-8F72-11E32AF4DDCF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33366432"/>
            <a:ext cx="9720143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33366432"/>
            <a:ext cx="6480096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BFC1F-DB82-4C42-9B2E-70787B471D9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409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m 26" descr="Uma imagem contendo objeto, rosto, escuro, olhando&#10;&#10;Descrição gerada automaticamente">
            <a:extLst>
              <a:ext uri="{FF2B5EF4-FFF2-40B4-BE49-F238E27FC236}">
                <a16:creationId xmlns:a16="http://schemas.microsoft.com/office/drawing/2014/main" id="{3634E04C-3E7C-FBCB-6D5E-A7BCE6D461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968" r="66156"/>
          <a:stretch/>
        </p:blipFill>
        <p:spPr>
          <a:xfrm>
            <a:off x="25573718" y="-2653094"/>
            <a:ext cx="4018912" cy="10334729"/>
          </a:xfrm>
          <a:prstGeom prst="rect">
            <a:avLst/>
          </a:prstGeom>
        </p:spPr>
      </p:pic>
      <p:pic>
        <p:nvPicPr>
          <p:cNvPr id="3" name="Imagem 2" descr="UMC Logo">
            <a:extLst>
              <a:ext uri="{FF2B5EF4-FFF2-40B4-BE49-F238E27FC236}">
                <a16:creationId xmlns:a16="http://schemas.microsoft.com/office/drawing/2014/main" id="{4CF1AC1A-66E7-9147-6DEB-61ED86AD7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61" y="731103"/>
            <a:ext cx="4009151" cy="1963840"/>
          </a:xfrm>
          <a:prstGeom prst="rect">
            <a:avLst/>
          </a:prstGeom>
        </p:spPr>
      </p:pic>
      <p:pic>
        <p:nvPicPr>
          <p:cNvPr id="4" name="Imagem 3" descr="Uma imagem contendo objeto, rosto, escuro, olhando&#10;&#10;Descrição gerada automaticamente">
            <a:extLst>
              <a:ext uri="{FF2B5EF4-FFF2-40B4-BE49-F238E27FC236}">
                <a16:creationId xmlns:a16="http://schemas.microsoft.com/office/drawing/2014/main" id="{2BBBC7F6-9E35-82E8-7BA2-06D26F4A83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968" r="66156"/>
          <a:stretch/>
        </p:blipFill>
        <p:spPr>
          <a:xfrm flipH="1">
            <a:off x="-695254" y="-2653096"/>
            <a:ext cx="4018912" cy="10334729"/>
          </a:xfrm>
          <a:prstGeom prst="rect">
            <a:avLst/>
          </a:prstGeom>
        </p:spPr>
      </p:pic>
      <p:sp>
        <p:nvSpPr>
          <p:cNvPr id="5" name="CaixaDeTexto 2">
            <a:extLst>
              <a:ext uri="{FF2B5EF4-FFF2-40B4-BE49-F238E27FC236}">
                <a16:creationId xmlns:a16="http://schemas.microsoft.com/office/drawing/2014/main" id="{7673BE5A-B684-FE04-5E6C-E83057283D1A}"/>
              </a:ext>
            </a:extLst>
          </p:cNvPr>
          <p:cNvSpPr txBox="1"/>
          <p:nvPr/>
        </p:nvSpPr>
        <p:spPr>
          <a:xfrm>
            <a:off x="101461" y="1741223"/>
            <a:ext cx="28809791" cy="28623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9026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8052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7078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6104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45131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4157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03183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32209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b="1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Autenticação</a:t>
            </a:r>
            <a:r>
              <a:rPr lang="en-US" sz="6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 de </a:t>
            </a:r>
            <a:r>
              <a:rPr lang="en-US" sz="6000" b="1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Usuários</a:t>
            </a:r>
            <a:r>
              <a:rPr lang="en-US" sz="6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: </a:t>
            </a:r>
            <a:endParaRPr lang="en-US" sz="6000" b="1" dirty="0">
              <a:solidFill>
                <a:schemeClr val="tx1">
                  <a:lumMod val="76000"/>
                  <a:lumOff val="24000"/>
                </a:schemeClr>
              </a:solidFill>
              <a:latin typeface="Verdana Pro"/>
              <a:ea typeface="Calibri"/>
              <a:cs typeface="Times New Roman"/>
            </a:endParaRPr>
          </a:p>
          <a:p>
            <a:pPr algn="ctr"/>
            <a:r>
              <a:rPr lang="en-US" sz="6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Um </a:t>
            </a:r>
            <a:r>
              <a:rPr lang="en-US" sz="6000" b="1" err="1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Estudo</a:t>
            </a:r>
            <a:r>
              <a:rPr lang="en-US" sz="6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 </a:t>
            </a:r>
            <a:r>
              <a:rPr lang="en-US" sz="6000" b="1" err="1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sobre</a:t>
            </a:r>
            <a:r>
              <a:rPr lang="en-US" sz="6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 </a:t>
            </a:r>
            <a:r>
              <a:rPr lang="en-US" sz="6000" b="1" err="1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Métodos</a:t>
            </a:r>
            <a:r>
              <a:rPr lang="en-US" sz="6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 e </a:t>
            </a:r>
            <a:r>
              <a:rPr lang="en-US" sz="6000" b="1" err="1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Implementação</a:t>
            </a:r>
            <a:r>
              <a:rPr lang="en-US" sz="6000" b="1" dirty="0">
                <a:solidFill>
                  <a:schemeClr val="tx1">
                    <a:lumMod val="76000"/>
                    <a:lumOff val="24000"/>
                  </a:schemeClr>
                </a:solidFill>
                <a:latin typeface="Verdana Pro"/>
                <a:cs typeface="Times New Roman"/>
              </a:rPr>
              <a:t> Segura</a:t>
            </a:r>
            <a:endParaRPr lang="en-US" sz="6000" b="1" dirty="0" err="1">
              <a:solidFill>
                <a:schemeClr val="tx1">
                  <a:lumMod val="76000"/>
                  <a:lumOff val="24000"/>
                </a:schemeClr>
              </a:solidFill>
              <a:latin typeface="Verdana Pro"/>
              <a:ea typeface="Calibri"/>
              <a:cs typeface="Times New Roman"/>
            </a:endParaRPr>
          </a:p>
          <a:p>
            <a:pPr algn="ctr"/>
            <a:endParaRPr lang="en-US" sz="6000" b="1" dirty="0">
              <a:solidFill>
                <a:schemeClr val="tx1">
                  <a:lumMod val="76000"/>
                  <a:lumOff val="24000"/>
                </a:schemeClr>
              </a:solidFill>
              <a:latin typeface="Verdana Pro"/>
              <a:ea typeface="Calibri"/>
              <a:cs typeface="Times New Roman"/>
            </a:endParaRP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6076886-8DE3-F1E3-157A-90ED011A7BD7}"/>
              </a:ext>
            </a:extLst>
          </p:cNvPr>
          <p:cNvGrpSpPr/>
          <p:nvPr/>
        </p:nvGrpSpPr>
        <p:grpSpPr>
          <a:xfrm>
            <a:off x="3676623" y="5030209"/>
            <a:ext cx="21875116" cy="2672577"/>
            <a:chOff x="5176950" y="8997398"/>
            <a:chExt cx="21875116" cy="2672577"/>
          </a:xfrm>
        </p:grpSpPr>
        <p:sp>
          <p:nvSpPr>
            <p:cNvPr id="7" name="CaixaDeTexto 8">
              <a:extLst>
                <a:ext uri="{FF2B5EF4-FFF2-40B4-BE49-F238E27FC236}">
                  <a16:creationId xmlns:a16="http://schemas.microsoft.com/office/drawing/2014/main" id="{5C82CAD4-FFF2-28BE-E8B7-6DFBE1553920}"/>
                </a:ext>
              </a:extLst>
            </p:cNvPr>
            <p:cNvSpPr txBox="1"/>
            <p:nvPr/>
          </p:nvSpPr>
          <p:spPr>
            <a:xfrm>
              <a:off x="5328458" y="8997398"/>
              <a:ext cx="21723608" cy="144655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9026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8052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87078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16104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45131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74157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03183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2209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Calibri"/>
                  <a:cs typeface="Times New Roman"/>
                </a:rPr>
                <a:t>Anny Gabriely Souza do Nascimento¹, Antonio Luiz Lins Neto¹, Fabio </a:t>
              </a:r>
              <a:r>
                <a:rPr lang="en-US" sz="4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+mn-lt"/>
                  <a:cs typeface="Times New Roman"/>
                </a:rPr>
                <a:t>Yuuki </a:t>
              </a:r>
              <a:r>
                <a:rPr lang="en-US" sz="4400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+mn-lt"/>
                  <a:cs typeface="Times New Roman"/>
                </a:rPr>
                <a:t>Saruwataru¹, Fabiano Bezerra Menegidio¹.</a:t>
              </a:r>
              <a:endParaRPr lang="pt-BR" sz="4400">
                <a:solidFill>
                  <a:schemeClr val="tx1">
                    <a:lumMod val="85000"/>
                    <a:lumOff val="15000"/>
                  </a:schemeClr>
                </a:solidFill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9" name="CaixaDeTexto 31">
              <a:extLst>
                <a:ext uri="{FF2B5EF4-FFF2-40B4-BE49-F238E27FC236}">
                  <a16:creationId xmlns:a16="http://schemas.microsoft.com/office/drawing/2014/main" id="{5672D877-2139-2B78-848F-B6D0C0BE89CE}"/>
                </a:ext>
              </a:extLst>
            </p:cNvPr>
            <p:cNvSpPr txBox="1"/>
            <p:nvPr/>
          </p:nvSpPr>
          <p:spPr>
            <a:xfrm>
              <a:off x="5176950" y="10962089"/>
              <a:ext cx="21723608" cy="707886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9026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58052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87078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16104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45131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74157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03183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2209" algn="l" defTabSz="529026" rtl="0" eaLnBrk="1" latinLnBrk="0" hangingPunct="1">
                <a:defRPr sz="208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Calibri"/>
                  <a:cs typeface="Times New Roman"/>
                </a:rPr>
                <a:t>1. </a:t>
              </a:r>
              <a:r>
                <a:rPr lang="en-US" sz="40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Calibri"/>
                  <a:cs typeface="Times New Roman"/>
                </a:rPr>
                <a:t>Universidade</a:t>
              </a:r>
              <a:r>
                <a: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Calibri"/>
                  <a:cs typeface="Times New Roman"/>
                </a:rPr>
                <a:t> de Mogi das Cruzes, Mogi das Cruzes, SP, </a:t>
              </a:r>
              <a:r>
                <a:rPr lang="en-US" sz="400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Calibri"/>
                  <a:cs typeface="Times New Roman"/>
                </a:rPr>
                <a:t>Brasil</a:t>
              </a:r>
              <a:r>
                <a: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Verdana Pro"/>
                  <a:ea typeface="Calibri"/>
                  <a:cs typeface="Times New Roman"/>
                </a:rPr>
                <a:t>.</a:t>
              </a:r>
              <a:endParaRPr lang="pt-BR" sz="40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6" name="Retângulo: Cantos Diagonais Recortados 5">
            <a:extLst>
              <a:ext uri="{FF2B5EF4-FFF2-40B4-BE49-F238E27FC236}">
                <a16:creationId xmlns:a16="http://schemas.microsoft.com/office/drawing/2014/main" id="{98CCD26E-0F32-35FE-8C59-529EA07D4B34}"/>
              </a:ext>
            </a:extLst>
          </p:cNvPr>
          <p:cNvSpPr/>
          <p:nvPr/>
        </p:nvSpPr>
        <p:spPr>
          <a:xfrm>
            <a:off x="546230" y="11279653"/>
            <a:ext cx="27857516" cy="5847726"/>
          </a:xfrm>
          <a:prstGeom prst="flowChartProcess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9026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8052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7078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6104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45131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74157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03183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32209" algn="l" defTabSz="529026" rtl="0" eaLnBrk="1" latinLnBrk="0" hangingPunct="1">
              <a:defRPr sz="208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100"/>
              </a:spcAft>
            </a:pPr>
            <a:r>
              <a:rPr lang="pt-BR" sz="4400">
                <a:solidFill>
                  <a:schemeClr val="tx1">
                    <a:lumMod val="85000"/>
                    <a:lumOff val="15000"/>
                  </a:schemeClr>
                </a:solidFill>
                <a:latin typeface="Verdana Pro"/>
                <a:ea typeface="+mn-lt"/>
                <a:cs typeface="+mn-lt"/>
              </a:rPr>
              <a:t> </a:t>
            </a:r>
            <a:r>
              <a:rPr lang="pt-BR" sz="4800">
                <a:solidFill>
                  <a:schemeClr val="tx1">
                    <a:lumMod val="85000"/>
                    <a:lumOff val="15000"/>
                  </a:schemeClr>
                </a:solidFill>
                <a:latin typeface="Verdana Pro"/>
                <a:ea typeface="+mn-lt"/>
                <a:cs typeface="+mn-lt"/>
              </a:rPr>
              <a:t> </a:t>
            </a:r>
            <a:r>
              <a:rPr lang="pt-BR" sz="4400">
                <a:solidFill>
                  <a:schemeClr val="tx1">
                    <a:lumMod val="85000"/>
                    <a:lumOff val="15000"/>
                  </a:schemeClr>
                </a:solidFill>
                <a:latin typeface="Verdana Pro"/>
                <a:ea typeface="+mn-lt"/>
                <a:cs typeface="+mn-lt"/>
              </a:rPr>
              <a:t>Teste</a:t>
            </a:r>
            <a:endParaRPr lang="pt-BR" sz="4400">
              <a:solidFill>
                <a:schemeClr val="tx1">
                  <a:lumMod val="85000"/>
                  <a:lumOff val="15000"/>
                </a:schemeClr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34416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156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 do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INFOMUTS</dc:creator>
  <cp:lastModifiedBy>INFOMUTS</cp:lastModifiedBy>
  <cp:revision>49</cp:revision>
  <dcterms:created xsi:type="dcterms:W3CDTF">2023-10-24T13:52:49Z</dcterms:created>
  <dcterms:modified xsi:type="dcterms:W3CDTF">2026-05-12T23:44:14Z</dcterms:modified>
</cp:coreProperties>
</file>